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UJI HUBUNGAN BIOMARKER X DENGAN DERAJAT KEPARAHAN PENYAKIT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Nama Mahasiswa: dr. Muda X | NIM: 202601001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Fakultas Kedokteran Universitas Naskah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Dosen Pembimbing: Dr. dr. Sp.PD, K-GEH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1. LATAR BELAKANG &amp; RESEARCH GAP (1.5 Menit)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Masalah Klinis: Penyakit Y menyebabkan mortalitas 14.2% di RS Rujukan.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Gap Penelitian: Peran biomarker X belum pernah dievaluasi pada populasi lokal Indonesia.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Urgensi: Deteksi dini mampu menurunkan durasi rawat inap ICU.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2. RUMUSAN MASALAH &amp; HIPOTESIS (30 Detik)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Rumusan Masalah: Apakah terdapat hubungan antara kadar serum biomarker X dengan skor keparahan klinis Y?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Hipotesis: Terdapat korelasi positif yang signifikan antara kadar biomarker X dengan derajat keparahan 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3. METODOLOGI PENELITIAN (2 Menit)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Desain: Observasional Analitik dengan pendekatan Cross-Sectional.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Populasi &amp; Sampel: 86 pasien terkonfirmasi Y (Consecutive Sampling).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Kriteria Inklusi: Pasien usia 18-65 tahun yang terdiagnosis klinis dan lab.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Analisis Data: Uji Korelasi Spearman &amp; Multivariat Regresi Linier.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4. HASIL: KARAKTERISTIK SUBJEK (Tabel 1) (1.5 Menit)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Usia Rerata: 48.6 ± 11.2 tahun (58% Laki-laki).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Skor Keparahan Rerata: 18.4 ± 4.2 poin.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Kadar Median Biomarker X: 45.2 pg/mL (IQR: 28.1 - 82.4 pg/mL).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5. HASIL: ANALISIS BIVARIAT &amp; MULTIVARIAT (2 Menit)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Nilai Korelasi: r = 0.642 (Korelasi Kuat Positif).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Nilai Signifikansi: p &lt; 0.001 (Signifikan secara statistik).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Model Multivariat: Biomarker X tetap independen setelah dikontrol usia dan komorbid (p = 0.004).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6. PEMBAHASAN &amp; KETERBATASAN (1.5 Menit)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Kesesuaian Teori: Biomarker X merefleksikan badai sitokin pro-inflamasi.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Keterbatasan Studi: Desain potong lintang belum dapat membuktikan hubungan kausalitas temporal mutlak.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71726"/>
                </a:solidFill>
                <a:latin typeface="Times New Roman"/>
              </a:defRPr>
            </a:pPr>
            <a:r>
              <a:t>7. KESIMPULAN &amp; SARAN (30 Detik)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Kesimpulan: Biomarker X berkorelasi kuat dan signifikan dengan keparahan klinis Y.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• Saran: Diperlukan uji klinis longitudinal untuk mengevaluasi cut-off prognostik terapi.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